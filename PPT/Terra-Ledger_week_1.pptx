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61" r:id="rId4"/>
    <p:sldId id="270" r:id="rId5"/>
    <p:sldId id="26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58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66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53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9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59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14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04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69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4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6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129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2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329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01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66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6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40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6BD0-3B80-C12E-FBEE-490B2042D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10149" y="493831"/>
            <a:ext cx="9670820" cy="2988240"/>
          </a:xfrm>
        </p:spPr>
        <p:txBody>
          <a:bodyPr/>
          <a:lstStyle/>
          <a:p>
            <a:r>
              <a:rPr lang="en-US" b="1" dirty="0"/>
              <a:t>T</a:t>
            </a:r>
            <a:r>
              <a:rPr lang="en-US" b="1" cap="none" dirty="0"/>
              <a:t>erra-</a:t>
            </a:r>
            <a:r>
              <a:rPr lang="en-US" b="1" dirty="0"/>
              <a:t>L</a:t>
            </a:r>
            <a:r>
              <a:rPr lang="en-US" b="1" cap="none" dirty="0"/>
              <a:t>edger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B8600-9FE0-183A-D453-7FA051026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06265" y="3382899"/>
            <a:ext cx="7766936" cy="1096899"/>
          </a:xfrm>
        </p:spPr>
        <p:txBody>
          <a:bodyPr/>
          <a:lstStyle/>
          <a:p>
            <a:r>
              <a:rPr lang="en-IN" dirty="0"/>
              <a:t>Week 1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285B4-22E8-7365-C974-5A88BF7A22FB}"/>
              </a:ext>
            </a:extLst>
          </p:cNvPr>
          <p:cNvSpPr txBox="1"/>
          <p:nvPr/>
        </p:nvSpPr>
        <p:spPr>
          <a:xfrm>
            <a:off x="963388" y="131338"/>
            <a:ext cx="8315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CS4306-Core Course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77A51-3A63-9DB3-1CAF-0DD16E98CB42}"/>
              </a:ext>
            </a:extLst>
          </p:cNvPr>
          <p:cNvSpPr txBox="1"/>
          <p:nvPr/>
        </p:nvSpPr>
        <p:spPr>
          <a:xfrm>
            <a:off x="5121181" y="5047101"/>
            <a:ext cx="746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DAKSHAN KUMAR S  - 24CSO165</a:t>
            </a:r>
          </a:p>
          <a:p>
            <a:r>
              <a:rPr lang="en-IN" dirty="0">
                <a:latin typeface="Cascadia Code" panose="020B0609020000020004" pitchFamily="49" charset="0"/>
                <a:cs typeface="Cascadia Code" panose="020B0609020000020004" pitchFamily="49" charset="0"/>
              </a:rPr>
              <a:t>D Prince Piriyan </a:t>
            </a:r>
            <a:r>
              <a:rPr lang="en-IN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- 24CS0163</a:t>
            </a:r>
          </a:p>
        </p:txBody>
      </p:sp>
    </p:spTree>
    <p:extLst>
      <p:ext uri="{BB962C8B-B14F-4D97-AF65-F5344CB8AC3E}">
        <p14:creationId xmlns:p14="http://schemas.microsoft.com/office/powerpoint/2010/main" val="242732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BC2DE0-7A28-5810-20BC-D2EC0AA2C069}"/>
              </a:ext>
            </a:extLst>
          </p:cNvPr>
          <p:cNvSpPr txBox="1"/>
          <p:nvPr/>
        </p:nvSpPr>
        <p:spPr>
          <a:xfrm>
            <a:off x="2354725" y="196516"/>
            <a:ext cx="71708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6000" b="1" i="0" dirty="0">
                <a:effectLst/>
                <a:latin typeface="var(--font-fk-grotesk)"/>
              </a:rPr>
              <a:t>Problem 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9C1DD-20B7-521A-B112-56DCE6736FAC}"/>
              </a:ext>
            </a:extLst>
          </p:cNvPr>
          <p:cNvSpPr txBox="1"/>
          <p:nvPr/>
        </p:nvSpPr>
        <p:spPr>
          <a:xfrm>
            <a:off x="1749757" y="2258579"/>
            <a:ext cx="968024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evelop a prototype system where land ownership records are stored on </a:t>
            </a:r>
          </a:p>
          <a:p>
            <a:pPr algn="l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ledgers.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and all transfer or update is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recorded immutably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educing disputes and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tampering.</a:t>
            </a:r>
          </a:p>
        </p:txBody>
      </p:sp>
    </p:spTree>
    <p:extLst>
      <p:ext uri="{BB962C8B-B14F-4D97-AF65-F5344CB8AC3E}">
        <p14:creationId xmlns:p14="http://schemas.microsoft.com/office/powerpoint/2010/main" val="260305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87629-940C-58E8-C10B-142379AFCADC}"/>
              </a:ext>
            </a:extLst>
          </p:cNvPr>
          <p:cNvSpPr txBox="1"/>
          <p:nvPr/>
        </p:nvSpPr>
        <p:spPr>
          <a:xfrm>
            <a:off x="2516126" y="313050"/>
            <a:ext cx="84120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400" b="1" i="0" dirty="0">
                <a:effectLst/>
                <a:latin typeface="var(--font-fk-grotesk)"/>
              </a:rPr>
              <a:t>Novelty of Proposed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63F9B-CA08-BF6C-71A6-A0CAA556DD8C}"/>
              </a:ext>
            </a:extLst>
          </p:cNvPr>
          <p:cNvSpPr txBox="1"/>
          <p:nvPr/>
        </p:nvSpPr>
        <p:spPr>
          <a:xfrm>
            <a:off x="1254726" y="1818499"/>
            <a:ext cx="8001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Idea 1: "Smart Inheritance" (Dead Man’s Switch)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In traditional systems, if a landowner passes away without a clear will, the land enters "probate" (legal limbo) for years. In crypto, if you die and lose your keys, the asset is lost forever. The Novelty: Implement a Heartbeat Protocol.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The owner must "ping" the contract (click a button) once every year.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Trigger: If the owner misses the check-in period (e.g., 365 days + 30 days grace period), the smart contract automatically transfers ownership to a pre-designated "Beneficiary Address" (heir).</a:t>
            </a:r>
          </a:p>
        </p:txBody>
      </p:sp>
    </p:spTree>
    <p:extLst>
      <p:ext uri="{BB962C8B-B14F-4D97-AF65-F5344CB8AC3E}">
        <p14:creationId xmlns:p14="http://schemas.microsoft.com/office/powerpoint/2010/main" val="93070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65627-9D83-F1D0-30A7-0E212E146BDC}"/>
              </a:ext>
            </a:extLst>
          </p:cNvPr>
          <p:cNvSpPr txBox="1"/>
          <p:nvPr/>
        </p:nvSpPr>
        <p:spPr>
          <a:xfrm>
            <a:off x="2003258" y="1720840"/>
            <a:ext cx="716680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Novelty Idea 2: "Geo-Spatial Dispute Resolution" (The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Consensus)</a:t>
            </a:r>
          </a:p>
          <a:p>
            <a:pPr marL="0" marR="0"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Problem: Blockchain says you own the land, but it doesn't say where the fence is. Physical boundary disputes are the #1 cause of land lawsuits. The Novelty: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-Verified Transactions.</a:t>
            </a:r>
          </a:p>
          <a:p>
            <a:pPr marL="0" marR="0"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it works: You cannot sell your land unless the owners of the adjacent land IDs sign a digital "No Objection Certificate" (NOC) on the blockchain. </a:t>
            </a:r>
          </a:p>
        </p:txBody>
      </p:sp>
    </p:spTree>
    <p:extLst>
      <p:ext uri="{BB962C8B-B14F-4D97-AF65-F5344CB8AC3E}">
        <p14:creationId xmlns:p14="http://schemas.microsoft.com/office/powerpoint/2010/main" val="17324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A85C9A-F8D7-3026-4854-45E820AC5247}"/>
              </a:ext>
            </a:extLst>
          </p:cNvPr>
          <p:cNvSpPr txBox="1"/>
          <p:nvPr/>
        </p:nvSpPr>
        <p:spPr>
          <a:xfrm>
            <a:off x="2693914" y="383784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400" b="1" i="0" dirty="0">
                <a:effectLst/>
                <a:latin typeface="var(--font-fk-grotesk)"/>
              </a:rPr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0F57E-A8D3-FCB5-41C4-072888EF20E9}"/>
              </a:ext>
            </a:extLst>
          </p:cNvPr>
          <p:cNvSpPr txBox="1"/>
          <p:nvPr/>
        </p:nvSpPr>
        <p:spPr>
          <a:xfrm>
            <a:off x="2139192" y="1698981"/>
            <a:ext cx="7204046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fkGroteskNeue"/>
              </a:rPr>
              <a:t>Machine Learning Integration: </a:t>
            </a:r>
            <a:r>
              <a:rPr lang="en-US" b="0" i="0" dirty="0">
                <a:effectLst/>
                <a:latin typeface="fkGroteskNeue"/>
              </a:rPr>
              <a:t>Auto-detect anomalies, forecast future spending, and alert on unusual trends.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fkGroteskNeue"/>
              </a:rPr>
              <a:t>User Accounts: </a:t>
            </a:r>
            <a:r>
              <a:rPr lang="en-US" b="0" i="0" dirty="0">
                <a:effectLst/>
                <a:latin typeface="fkGroteskNeue"/>
              </a:rPr>
              <a:t>Personalized dashboards, saved filters, notification of changes/updates in datasets.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fkGroteskNeue"/>
              </a:rPr>
              <a:t>Collaborative Tools: </a:t>
            </a:r>
            <a:r>
              <a:rPr lang="en-US" b="0" i="0" dirty="0">
                <a:effectLst/>
                <a:latin typeface="fkGroteskNeue"/>
              </a:rPr>
              <a:t>Shared dashboards for public feedback, team analysis, or neighborhood watches.</a:t>
            </a:r>
            <a:endParaRPr lang="en-US" b="1" i="0" dirty="0">
              <a:effectLst/>
              <a:latin typeface="fkGroteskNeue"/>
            </a:endParaRPr>
          </a:p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fkGroteskNeue"/>
              </a:rPr>
              <a:t>Expanded Visuals: </a:t>
            </a:r>
            <a:r>
              <a:rPr lang="en-US" b="0" i="0" dirty="0">
                <a:effectLst/>
                <a:latin typeface="fkGroteskNeue"/>
              </a:rPr>
              <a:t>Heatmaps, time series, flow diagrams, geospatial mapping—suited for deeper, domain-specific insight.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latin typeface="fkGroteskNeue"/>
              </a:rPr>
              <a:t>Plugin System: </a:t>
            </a:r>
            <a:r>
              <a:rPr lang="en-US" b="0" i="0" dirty="0">
                <a:effectLst/>
                <a:latin typeface="fkGroteskNeue"/>
              </a:rPr>
              <a:t>Let developers and civic tech groups add their own analytics or widgets.</a:t>
            </a:r>
          </a:p>
        </p:txBody>
      </p:sp>
    </p:spTree>
    <p:extLst>
      <p:ext uri="{BB962C8B-B14F-4D97-AF65-F5344CB8AC3E}">
        <p14:creationId xmlns:p14="http://schemas.microsoft.com/office/powerpoint/2010/main" val="36370535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281</TotalTime>
  <Words>357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Cascadia Code</vt:lpstr>
      <vt:lpstr>fkGroteskNeue</vt:lpstr>
      <vt:lpstr>Times New Roman</vt:lpstr>
      <vt:lpstr>Trebuchet MS</vt:lpstr>
      <vt:lpstr>var(--font-fk-grotesk)</vt:lpstr>
      <vt:lpstr>Wingdings 3</vt:lpstr>
      <vt:lpstr>Facet</vt:lpstr>
      <vt:lpstr>Terra-Ledger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DAKSHAN KUMAR</dc:creator>
  <cp:lastModifiedBy>DAKSHAN KUMAR</cp:lastModifiedBy>
  <cp:revision>10</cp:revision>
  <dcterms:created xsi:type="dcterms:W3CDTF">2025-07-31T09:29:59Z</dcterms:created>
  <dcterms:modified xsi:type="dcterms:W3CDTF">2026-01-01T18:15:04Z</dcterms:modified>
</cp:coreProperties>
</file>